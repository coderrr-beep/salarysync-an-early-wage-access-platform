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SalarySync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Earned Wage Access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earn daily but get paid monthly.</a:t>
            </a:r>
          </a:p>
          <a:p>
            <a:r>
              <a:t>Forced to take loans or borrow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Withdraw earned salary anytime.</a:t>
            </a:r>
          </a:p>
          <a:p>
            <a:r>
              <a:t>No loans. No interest. Auto payroll adjustment.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₹20 per withdrawal</a:t>
            </a:r>
          </a:p>
          <a:p>
            <a:r>
              <a:t>₹100 per employee/month</a:t>
            </a:r>
          </a:p>
          <a:p/>
          <a:p>
            <a:r>
              <a:t>1000 startups × 500 employees:</a:t>
            </a:r>
          </a:p>
          <a:p>
            <a:r>
              <a:t>₹72 Cr annual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50M+ salaried employees</a:t>
            </a:r>
          </a:p>
          <a:p>
            <a:r>
              <a:t>100K+ startups</a:t>
            </a:r>
          </a:p>
          <a:p>
            <a:r>
              <a:t>Huge financial stress gap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SalarySync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balance sheet risk</a:t>
            </a:r>
          </a:p>
          <a:p>
            <a:r>
              <a:t>No loans</a:t>
            </a:r>
          </a:p>
          <a:p>
            <a:r>
              <a:t>Real-time tracking</a:t>
            </a:r>
          </a:p>
          <a:p>
            <a:r>
              <a:t>Scalable SaaS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UPI integration</a:t>
            </a:r>
          </a:p>
          <a:p>
            <a:r>
              <a:t>AI advisor</a:t>
            </a:r>
          </a:p>
          <a:p>
            <a:r>
              <a:t>Credit scoring</a:t>
            </a:r>
          </a:p>
          <a:p>
            <a:r>
              <a:t>PAN India expansion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freedom shouldn't wait till payday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